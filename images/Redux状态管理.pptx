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75" r:id="rId4"/>
    <p:sldId id="334" r:id="rId5"/>
    <p:sldId id="335" r:id="rId7"/>
    <p:sldId id="336" r:id="rId8"/>
    <p:sldId id="339" r:id="rId9"/>
    <p:sldId id="341" r:id="rId10"/>
    <p:sldId id="340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58" r:id="rId28"/>
    <p:sldId id="359" r:id="rId29"/>
    <p:sldId id="360" r:id="rId30"/>
    <p:sldId id="363" r:id="rId31"/>
    <p:sldId id="361" r:id="rId32"/>
    <p:sldId id="364" r:id="rId33"/>
    <p:sldId id="302" r:id="rId3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Times New Roman" panose="0202060305040502030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563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18" d="100"/>
          <a:sy n="118" d="100"/>
        </p:scale>
        <p:origin x="54" y="420"/>
      </p:cViewPr>
      <p:guideLst>
        <p:guide orient="horz" pos="661"/>
        <p:guide pos="2886"/>
        <p:guide orient="horz" pos="16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pPr algn="r"/>
            <a:fld id="{CAD2D6BD-DE1B-4B5F-8B41-2702339687B9}" type="datetime1"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第五级</a:t>
            </a:r>
            <a:endParaRPr lang="zh-CN" altLang="en-US" sz="1200" u="none" strike="noStrike" kern="1200" cap="none" spc="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Calibri" panose="020F0502020204030204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Calibri" panose="020F0502020204030204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Calibri" panose="020F0502020204030204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Calibri" panose="020F0502020204030204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Calibri" panose="020F0502020204030204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Calibri" panose="020F0502020204030204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Calibri" panose="020F0502020204030204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Calibri" panose="020F0502020204030204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Calibri" panose="020F0502020204030204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r>
              <a:rPr lang="zh-CN" altLang="en-US">
                <a:sym typeface="Calibri" panose="020F0502020204030204" pitchFamily="34" charset="0"/>
              </a:rPr>
              <a:t>单击此处编辑母版标题样式</a:t>
            </a:r>
            <a:endParaRPr lang="zh-CN" altLang="en-US">
              <a:sym typeface="Calibri" panose="020F0502020204030204" pitchFamily="34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r>
              <a:rPr lang="zh-CN" altLang="en-US">
                <a:sym typeface="Calibri" panose="020F0502020204030204" pitchFamily="34" charset="0"/>
              </a:rPr>
              <a:t>单击此处编辑母版文本样式</a:t>
            </a:r>
            <a:endParaRPr lang="en-US" altLang="zh-CN">
              <a:sym typeface="Calibri" panose="020F0502020204030204" pitchFamily="34" charset="0"/>
            </a:endParaRPr>
          </a:p>
          <a:p>
            <a:pPr lvl="1"/>
            <a:r>
              <a:rPr lang="zh-CN" altLang="en-US">
                <a:sym typeface="Calibri" panose="020F0502020204030204" pitchFamily="34" charset="0"/>
              </a:rPr>
              <a:t>第二级</a:t>
            </a:r>
            <a:endParaRPr lang="en-US" altLang="zh-CN">
              <a:sym typeface="Calibri" panose="020F0502020204030204" pitchFamily="34" charset="0"/>
            </a:endParaRPr>
          </a:p>
          <a:p>
            <a:pPr lvl="2"/>
            <a:r>
              <a:rPr lang="zh-CN" altLang="en-US">
                <a:sym typeface="Calibri" panose="020F0502020204030204" pitchFamily="34" charset="0"/>
              </a:rPr>
              <a:t>第三级</a:t>
            </a:r>
            <a:endParaRPr lang="en-US" altLang="zh-CN">
              <a:sym typeface="Calibri" panose="020F0502020204030204" pitchFamily="34" charset="0"/>
            </a:endParaRPr>
          </a:p>
          <a:p>
            <a:pPr lvl="3"/>
            <a:r>
              <a:rPr lang="zh-CN" altLang="en-US">
                <a:sym typeface="Calibri" panose="020F0502020204030204" pitchFamily="34" charset="0"/>
              </a:rPr>
              <a:t>第四级</a:t>
            </a:r>
            <a:endParaRPr lang="en-US" altLang="zh-CN">
              <a:sym typeface="Calibri" panose="020F0502020204030204" pitchFamily="34" charset="0"/>
            </a:endParaRPr>
          </a:p>
          <a:p>
            <a:pPr lvl="4"/>
            <a:r>
              <a:rPr lang="zh-CN" altLang="en-US">
                <a:sym typeface="Calibri" panose="020F0502020204030204" pitchFamily="34" charset="0"/>
              </a:rPr>
              <a:t>第五级</a:t>
            </a:r>
            <a:endParaRPr lang="zh-CN" altLang="en-US">
              <a:sym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•"/>
        <a:defRPr sz="2000" b="1">
          <a:solidFill>
            <a:srgbClr val="47474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–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•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–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•"/>
        <a:defRPr sz="2000" b="1">
          <a:solidFill>
            <a:srgbClr val="474747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–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•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–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anose="020B0604020202020204" pitchFamily="34" charset="0"/>
        <a:buChar char="»"/>
        <a:defRPr sz="1500" b="1">
          <a:solidFill>
            <a:srgbClr val="212121"/>
          </a:solidFill>
          <a:latin typeface="微软雅黑" panose="020B0503020204020204" charset="-122"/>
          <a:ea typeface="微软雅黑" panose="020B0503020204020204" charset="-12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3105649" y="1923678"/>
            <a:ext cx="2980303" cy="83099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pPr algn="ctr"/>
            <a:r>
              <a:rPr lang="en-US" altLang="zh-CN" sz="3000" b="1" kern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基础知识</a:t>
            </a:r>
            <a:endParaRPr lang="en-US" altLang="zh-CN" sz="3000" b="1" kern="0" dirty="0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  <a:p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275606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200" dirty="0" err="1">
                <a:solidFill>
                  <a:srgbClr val="212121"/>
                </a:solidFill>
                <a:cs typeface="Times New Roman" panose="02020603050405020304" charset="0"/>
              </a:rPr>
              <a:t>Redux</a:t>
            </a: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基础知识</a:t>
            </a:r>
            <a:r>
              <a:rPr lang="en-US" altLang="zh-CN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	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" name="矩形"/>
          <p:cNvSpPr/>
          <p:nvPr/>
        </p:nvSpPr>
        <p:spPr>
          <a:xfrm>
            <a:off x="543224" y="296372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核心概念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5" name="矩形"/>
          <p:cNvSpPr/>
          <p:nvPr/>
        </p:nvSpPr>
        <p:spPr>
          <a:xfrm>
            <a:off x="539551" y="22117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Redux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是什么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"/>
          <p:cNvSpPr/>
          <p:nvPr/>
        </p:nvSpPr>
        <p:spPr>
          <a:xfrm>
            <a:off x="560239" y="3717181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实践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3340151" y="497054"/>
            <a:ext cx="1706880" cy="55308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分享</a:t>
            </a:r>
            <a:r>
              <a:rPr lang="en-US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内容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275606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专注于状态管理的库</a:t>
            </a:r>
            <a:r>
              <a:rPr lang="en-US" altLang="zh-CN" sz="2200" dirty="0">
                <a:solidFill>
                  <a:srgbClr val="212121"/>
                </a:solidFill>
                <a:cs typeface="Times New Roman" panose="02020603050405020304" charset="0"/>
              </a:rPr>
              <a:t>	</a:t>
            </a:r>
            <a:r>
              <a:rPr lang="en-US" altLang="zh-CN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	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" name="矩形"/>
          <p:cNvSpPr/>
          <p:nvPr/>
        </p:nvSpPr>
        <p:spPr>
          <a:xfrm>
            <a:off x="543224" y="296372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单一状态，单向数据流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5" name="矩形"/>
          <p:cNvSpPr/>
          <p:nvPr/>
        </p:nvSpPr>
        <p:spPr>
          <a:xfrm>
            <a:off x="539551" y="22117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en-US" altLang="zh-CN" sz="2000" dirty="0" err="1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edux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专注于状态管理，和</a:t>
            </a:r>
            <a:r>
              <a:rPr lang="en-US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解耦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"/>
          <p:cNvSpPr/>
          <p:nvPr/>
        </p:nvSpPr>
        <p:spPr>
          <a:xfrm>
            <a:off x="560239" y="3717181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核心概念：</a:t>
            </a:r>
            <a:r>
              <a:rPr lang="zh-CN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tore,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state,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action,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reducer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3340151" y="497054"/>
            <a:ext cx="258503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r>
              <a:rPr lang="en-US" altLang="zh-CN" sz="3000" b="1" kern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zh-CN" altLang="en-US" sz="3000" b="1" kern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是什么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275606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200" dirty="0" err="1">
                <a:solidFill>
                  <a:srgbClr val="212121"/>
                </a:solidFill>
                <a:cs typeface="Times New Roman" panose="02020603050405020304" charset="0"/>
              </a:rPr>
              <a:t>xxt</a:t>
            </a:r>
            <a:r>
              <a:rPr lang="zh-CN" altLang="en-US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逐渐发展，</a:t>
            </a: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老板</a:t>
            </a:r>
            <a:r>
              <a:rPr lang="zh-CN" altLang="en-US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发现管不过来了</a:t>
            </a:r>
            <a:r>
              <a:rPr lang="en-US" altLang="zh-CN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	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" name="矩形"/>
          <p:cNvSpPr/>
          <p:nvPr/>
        </p:nvSpPr>
        <p:spPr>
          <a:xfrm>
            <a:off x="543224" y="296372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发展为千人大公司后，老板决定，分出人员的管理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5" name="矩形"/>
          <p:cNvSpPr/>
          <p:nvPr/>
        </p:nvSpPr>
        <p:spPr>
          <a:xfrm>
            <a:off x="539551" y="22117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人少的时候，每个部门人员的变更，都是自己决定（</a:t>
            </a:r>
            <a:r>
              <a:rPr lang="zh-CN" altLang="zh-CN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en-US" altLang="zh-CN" sz="2000" dirty="0" err="1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etState</a:t>
            </a:r>
            <a:r>
              <a:rPr lang="zh-CN" altLang="en-US" sz="2000" dirty="0">
                <a:solidFill>
                  <a:srgbClr val="47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"/>
          <p:cNvSpPr/>
          <p:nvPr/>
        </p:nvSpPr>
        <p:spPr>
          <a:xfrm>
            <a:off x="560239" y="3717181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所有状态归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人力资源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(redux)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管理，自己只做业务 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(view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显示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)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3340151" y="497054"/>
            <a:ext cx="156164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r>
              <a:rPr lang="en-US" altLang="zh-CN" sz="3000" b="1" kern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xxt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项目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275606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人资的主要能力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" name="矩形"/>
          <p:cNvSpPr/>
          <p:nvPr/>
        </p:nvSpPr>
        <p:spPr>
          <a:xfrm>
            <a:off x="683568" y="300379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需要改变的时候 ，需要告诉专员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(dispatch)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要干什么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(action)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3340151" y="497054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人资主要功能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712639" y="3869581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-US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处理变化的人(reducer)</a:t>
            </a:r>
            <a:r>
              <a:rPr lang="en-US" altLang="en-US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拿到state和action，生成新的state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8" name="矩形"/>
          <p:cNvSpPr/>
          <p:nvPr/>
        </p:nvSpPr>
        <p:spPr>
          <a:xfrm>
            <a:off x="683568" y="22117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人资有一个保险箱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(store),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所有人的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状态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，在那里都有记录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(state)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275606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走马上任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3340151" y="497054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人资的正确使用方法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683568" y="300379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需要状态变更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,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store.dispatch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（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action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）来修改状态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8" name="矩形"/>
          <p:cNvSpPr/>
          <p:nvPr/>
        </p:nvSpPr>
        <p:spPr>
          <a:xfrm>
            <a:off x="683568" y="22117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首先通过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reducer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新建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store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，随时通过</a:t>
            </a: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store.getState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获取状态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9" name="矩形"/>
          <p:cNvSpPr/>
          <p:nvPr/>
        </p:nvSpPr>
        <p:spPr>
          <a:xfrm>
            <a:off x="683568" y="3714006"/>
            <a:ext cx="8565279" cy="70788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Reducer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函数接受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state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和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action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，返回新的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state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，可以用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store.</a:t>
            </a: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subscribe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监听每次修改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475" y="0"/>
            <a:ext cx="4305049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" y="-15801"/>
            <a:ext cx="4101324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411510"/>
            <a:ext cx="3942984" cy="1872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275606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手动连接，人资怎么管理</a:t>
            </a:r>
            <a:r>
              <a:rPr lang="en-US" altLang="zh-CN" sz="2200" dirty="0" err="1">
                <a:solidFill>
                  <a:srgbClr val="212121"/>
                </a:solidFill>
                <a:cs typeface="Times New Roman" panose="02020603050405020304" charset="0"/>
              </a:rPr>
              <a:t>xxt</a:t>
            </a: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员工呢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0" y="555526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/>
            <a:r>
              <a:rPr lang="en-US" altLang="zh-CN" sz="3000" b="1" kern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如何和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React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一起用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683568" y="40119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相关内容，移到单独的文件</a:t>
            </a:r>
            <a:r>
              <a:rPr lang="zh-CN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i</a:t>
            </a: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ndex.redux.js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单独管理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8" name="矩形"/>
          <p:cNvSpPr/>
          <p:nvPr/>
        </p:nvSpPr>
        <p:spPr>
          <a:xfrm>
            <a:off x="683568" y="24277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把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store.dispatch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方法传递给组件，内部可以调用修改状态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0" name="矩形"/>
          <p:cNvSpPr/>
          <p:nvPr/>
        </p:nvSpPr>
        <p:spPr>
          <a:xfrm>
            <a:off x="683568" y="321982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Subscribe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订阅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render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函数，每次修改都重新渲染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761" y="0"/>
            <a:ext cx="386036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717" y="0"/>
            <a:ext cx="7064566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607" y="0"/>
            <a:ext cx="5434786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419622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处理异步、调试工具、更优雅的和</a:t>
            </a:r>
            <a:r>
              <a:rPr lang="en-US" altLang="zh-CN" sz="2200" dirty="0">
                <a:solidFill>
                  <a:srgbClr val="212121"/>
                </a:solidFill>
                <a:cs typeface="Times New Roman" panose="02020603050405020304" charset="0"/>
              </a:rPr>
              <a:t>react</a:t>
            </a: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结合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0" y="555526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更进一步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683568" y="40119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使用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react-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优雅的链接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react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和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8" name="矩形"/>
          <p:cNvSpPr/>
          <p:nvPr/>
        </p:nvSpPr>
        <p:spPr>
          <a:xfrm>
            <a:off x="683568" y="24277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处理异步，需要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redux-thunk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插件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0" name="矩形"/>
          <p:cNvSpPr/>
          <p:nvPr/>
        </p:nvSpPr>
        <p:spPr>
          <a:xfrm>
            <a:off x="683568" y="321982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Npm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install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-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devtools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-extension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并且开启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419622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200" dirty="0" err="1">
                <a:solidFill>
                  <a:srgbClr val="212121"/>
                </a:solidFill>
                <a:cs typeface="Times New Roman" panose="02020603050405020304" charset="0"/>
              </a:rPr>
              <a:t>Redux</a:t>
            </a: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默认只处理同步，异步任务需要</a:t>
            </a:r>
            <a:r>
              <a:rPr lang="en-US" altLang="zh-CN" sz="2200" dirty="0">
                <a:solidFill>
                  <a:srgbClr val="212121"/>
                </a:solidFill>
                <a:cs typeface="Times New Roman" panose="02020603050405020304" charset="0"/>
              </a:rPr>
              <a:t>react-</a:t>
            </a:r>
            <a:r>
              <a:rPr lang="en-US" altLang="zh-CN" sz="2200" dirty="0" err="1">
                <a:solidFill>
                  <a:srgbClr val="212121"/>
                </a:solidFill>
                <a:cs typeface="Times New Roman" panose="02020603050405020304" charset="0"/>
              </a:rPr>
              <a:t>thunk</a:t>
            </a: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中间件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0" y="555526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处理异步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683568" y="40119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Action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可以返回函数，使用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dispatch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提交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action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8" name="矩形"/>
          <p:cNvSpPr/>
          <p:nvPr/>
        </p:nvSpPr>
        <p:spPr>
          <a:xfrm>
            <a:off x="683568" y="24277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Npm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install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redux-thunk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--save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0" name="矩形"/>
          <p:cNvSpPr/>
          <p:nvPr/>
        </p:nvSpPr>
        <p:spPr>
          <a:xfrm>
            <a:off x="683568" y="321982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使用</a:t>
            </a: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applyMiddleware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开启</a:t>
            </a: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thunk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中间件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00" y="699542"/>
            <a:ext cx="6768808" cy="35235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688" y="555526"/>
            <a:ext cx="5179851" cy="4104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839" y="528622"/>
            <a:ext cx="8196322" cy="4086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51470"/>
            <a:ext cx="7570397" cy="49274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419622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Chrome</a:t>
            </a:r>
            <a:r>
              <a:rPr lang="zh-CN" altLang="en-US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搜索</a:t>
            </a:r>
            <a:r>
              <a:rPr lang="en-US" altLang="zh-CN" sz="2200" u="none" strike="noStrike" kern="0" cap="none" spc="0" baseline="0" dirty="0" err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redux</a:t>
            </a:r>
            <a:r>
              <a:rPr lang="zh-CN" altLang="en-US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 安装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0" y="555526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调试工具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683568" y="40119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调试窗的</a:t>
            </a: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选项卡，实时看到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state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8" name="矩形"/>
          <p:cNvSpPr/>
          <p:nvPr/>
        </p:nvSpPr>
        <p:spPr>
          <a:xfrm>
            <a:off x="683568" y="24277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新建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store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的时候判断</a:t>
            </a: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window.devToolsExtension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0" name="矩形"/>
          <p:cNvSpPr/>
          <p:nvPr/>
        </p:nvSpPr>
        <p:spPr>
          <a:xfrm>
            <a:off x="683568" y="321982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使用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compose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结合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thunk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和</a:t>
            </a: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window.devToolsExtension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483518"/>
            <a:ext cx="8663343" cy="3917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676" y="0"/>
            <a:ext cx="7958648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419622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人资用起来有点麻烦，为了方便管理，使用部门经理来负责链接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0" y="555526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/>
            <a:r>
              <a:rPr lang="en-US" altLang="en-US" sz="3000" b="1" kern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使用react-redux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683568" y="40119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React-</a:t>
            </a: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提供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Provider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和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connect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两个接口来链接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8" name="矩形"/>
          <p:cNvSpPr/>
          <p:nvPr/>
        </p:nvSpPr>
        <p:spPr>
          <a:xfrm>
            <a:off x="683568" y="24277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npm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install react-</a:t>
            </a:r>
            <a:r>
              <a:rPr lang="en-US" altLang="zh-CN" sz="200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redux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--save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0" name="矩形"/>
          <p:cNvSpPr/>
          <p:nvPr/>
        </p:nvSpPr>
        <p:spPr>
          <a:xfrm>
            <a:off x="683568" y="321982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忘记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subscribe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，记住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reducer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，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action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和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dispatch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即可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419622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React-</a:t>
            </a:r>
            <a:r>
              <a:rPr lang="en-US" altLang="zh-CN" sz="2200" u="none" strike="noStrike" kern="0" cap="none" spc="0" baseline="0" dirty="0" err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redux</a:t>
            </a:r>
            <a:r>
              <a:rPr lang="zh-CN" altLang="en-US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具体使用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0" y="555526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/>
            <a:r>
              <a:rPr lang="en-US" altLang="en-US" sz="3000" b="1" kern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使用react-redux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683568" y="40119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Connect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可以用装饰器的方式来写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8" name="矩形"/>
          <p:cNvSpPr/>
          <p:nvPr/>
        </p:nvSpPr>
        <p:spPr>
          <a:xfrm>
            <a:off x="683568" y="24277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Provider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组件在应用最外层，传入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store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即可，只用一次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0" name="矩形"/>
          <p:cNvSpPr/>
          <p:nvPr/>
        </p:nvSpPr>
        <p:spPr>
          <a:xfrm>
            <a:off x="683568" y="321982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Connect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负责从外部获取组件需要的参数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2" y="252028"/>
            <a:ext cx="7723879" cy="4639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914400" y="1419225"/>
            <a:ext cx="8229600" cy="508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Connect</a:t>
            </a:r>
            <a:r>
              <a:rPr lang="zh-CN" altLang="en-US" sz="2200" u="none" strike="noStrike" kern="0" cap="none" spc="0" baseline="0" dirty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链接组件和</a:t>
            </a:r>
            <a:r>
              <a:rPr lang="en-US" altLang="zh-CN" sz="2200" u="none" strike="noStrike" kern="0" cap="none" spc="0" baseline="0" dirty="0" err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redux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0" y="555526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/>
            <a:r>
              <a:rPr lang="en-US" altLang="en-US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connect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683568" y="40119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Connect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第二个参数，方法映射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8" name="矩形"/>
          <p:cNvSpPr/>
          <p:nvPr/>
        </p:nvSpPr>
        <p:spPr>
          <a:xfrm>
            <a:off x="683568" y="24277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App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组件不需要把操作函数属性传入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0" name="矩形"/>
          <p:cNvSpPr/>
          <p:nvPr/>
        </p:nvSpPr>
        <p:spPr>
          <a:xfrm>
            <a:off x="683568" y="321982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Connect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第一个参数，属性映射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body" idx="4294967295"/>
          </p:nvPr>
        </p:nvSpPr>
        <p:spPr>
          <a:xfrm>
            <a:off x="467544" y="1419622"/>
            <a:ext cx="8229600" cy="50799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使用装饰器优化</a:t>
            </a:r>
            <a:r>
              <a:rPr lang="en-US" altLang="zh-CN" sz="2200" dirty="0">
                <a:solidFill>
                  <a:srgbClr val="212121"/>
                </a:solidFill>
                <a:cs typeface="Times New Roman" panose="02020603050405020304" charset="0"/>
              </a:rPr>
              <a:t>connect</a:t>
            </a:r>
            <a:r>
              <a:rPr lang="zh-CN" altLang="en-US" sz="2200" dirty="0">
                <a:solidFill>
                  <a:srgbClr val="212121"/>
                </a:solidFill>
                <a:cs typeface="Times New Roman" panose="02020603050405020304" charset="0"/>
              </a:rPr>
              <a:t>代码</a:t>
            </a:r>
            <a:endParaRPr lang="zh-CN" altLang="en-US" sz="2200" u="none" strike="noStrike" kern="0" cap="none" spc="0" baseline="0" dirty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矩形"/>
          <p:cNvSpPr/>
          <p:nvPr/>
        </p:nvSpPr>
        <p:spPr>
          <a:xfrm>
            <a:off x="0" y="555526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/>
            <a:r>
              <a:rPr lang="en-US" altLang="en-US" sz="3000" b="1" kern="0" dirty="0" err="1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使用react-redux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683568" y="40119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Package.json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里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babel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加上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plugins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配置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8" name="矩形"/>
          <p:cNvSpPr/>
          <p:nvPr/>
        </p:nvSpPr>
        <p:spPr>
          <a:xfrm>
            <a:off x="683568" y="24277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Npm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run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eject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弹出个性化配置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  <p:sp>
        <p:nvSpPr>
          <p:cNvPr id="10" name="矩形"/>
          <p:cNvSpPr/>
          <p:nvPr/>
        </p:nvSpPr>
        <p:spPr>
          <a:xfrm>
            <a:off x="683568" y="321982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u="none" strike="noStrike" kern="1200" cap="none" spc="0" baseline="0" dirty="0" err="1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Npm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install</a:t>
            </a:r>
            <a:r>
              <a:rPr lang="zh-CN" altLang="en-US" sz="2000" u="none" strike="noStrike" kern="1200" cap="none" spc="0" baseline="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babel-plugin-transform-decorators-legacy</a:t>
            </a:r>
            <a:r>
              <a:rPr lang="zh-CN" altLang="en-US" sz="2000" dirty="0">
                <a:solidFill>
                  <a:srgbClr val="46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插件</a:t>
            </a:r>
            <a:endParaRPr lang="zh-CN" altLang="en-US" sz="2000" u="none" strike="noStrike" kern="1200" cap="none" spc="0" baseline="0" dirty="0">
              <a:solidFill>
                <a:srgbClr val="46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704" y="72008"/>
            <a:ext cx="5265080" cy="49994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672" y="1419622"/>
            <a:ext cx="4883094" cy="26642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egmentfault.com/img/remote/1460000011473976?w=1149&amp;h=554/view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528" y="367506"/>
            <a:ext cx="9144000" cy="440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/>
          <p:nvPr/>
        </p:nvSpPr>
        <p:spPr>
          <a:xfrm>
            <a:off x="3851920" y="1923678"/>
            <a:ext cx="147989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spAutoFit/>
          </a:bodyPr>
          <a:lstStyle/>
          <a:p>
            <a:r>
              <a:rPr lang="en-US" altLang="zh-CN" sz="3000" b="1" kern="0" dirty="0">
                <a:solidFill>
                  <a:srgbClr val="C939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pitchFamily="34" charset="0"/>
              </a:rPr>
              <a:t>Thanks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0</TotalTime>
  <Words>1470</Words>
  <Application>WPS 演示</Application>
  <PresentationFormat>全屏显示(16:9)</PresentationFormat>
  <Paragraphs>135</Paragraphs>
  <Slides>30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Arial</vt:lpstr>
      <vt:lpstr>宋体</vt:lpstr>
      <vt:lpstr>Wingdings</vt:lpstr>
      <vt:lpstr>Calibri</vt:lpstr>
      <vt:lpstr>Times New Roman</vt:lpstr>
      <vt:lpstr>微软雅黑</vt:lpstr>
      <vt:lpstr>Arial Unicode MS</vt:lpstr>
      <vt:lpstr>讲师ppt模板20141215</vt:lpstr>
      <vt:lpstr>讲师ppt模板20141215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MrMonster1417447514</cp:lastModifiedBy>
  <cp:revision>249</cp:revision>
  <cp:lastPrinted>2017-09-22T12:32:00Z</cp:lastPrinted>
  <dcterms:created xsi:type="dcterms:W3CDTF">2016-04-25T01:54:00Z</dcterms:created>
  <dcterms:modified xsi:type="dcterms:W3CDTF">2018-05-16T08:35:19Z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